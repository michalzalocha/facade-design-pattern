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36EC72-FE9A-4AB5-8142-8E5969AAF4CB}" type="datetimeFigureOut">
              <a:rPr lang="pl-PL" smtClean="0"/>
              <a:t>09.01.2023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A8887B-8073-4273-8757-6B75370325B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417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A8887B-8073-4273-8757-6B75370325B8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36692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1/9/2023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897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1/9/2023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990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1/9/2023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04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1/9/2023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652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1/9/2023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107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1/9/2023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788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1/9/2023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046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1/9/2023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03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1/9/2023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267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raz panoramiczny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1/9/2023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554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ytuł i po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1/9/2023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5866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ferta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1/9/2023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8585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arta naz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1/9/2023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3870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um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1/9/2023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9568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umna obraz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1/9/2023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6025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76969C88-B244-455D-A017-012B25B1ACDD}" type="datetimeFigureOut">
              <a:rPr lang="en-US" smtClean="0"/>
              <a:pPr/>
              <a:t>1/9/2023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8375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76969C88-B244-455D-A017-012B25B1ACDD}" type="datetimeFigureOut">
              <a:rPr lang="en-US" smtClean="0"/>
              <a:pPr/>
              <a:t>1/9/2023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064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1/9/2023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110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  <p:sldLayoutId id="214748374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260EE1B3-DDB2-44D7-943C-63D9CEF27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72909CE-AD29-4CE7-A9A7-05D21672CC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B8DBF1C0-B8F1-4AAC-8704-256BA0E9D6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pic>
        <p:nvPicPr>
          <p:cNvPr id="14" name="Picture 3" descr="Obraz zawierający laser, jasne&#10;&#10;Opis wygenerowany automatycznie">
            <a:extLst>
              <a:ext uri="{FF2B5EF4-FFF2-40B4-BE49-F238E27FC236}">
                <a16:creationId xmlns:a16="http://schemas.microsoft.com/office/drawing/2014/main" id="{3E051841-0561-4A49-5249-C8B90FE0CF8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42259" r="9090" b="9959"/>
          <a:stretch/>
        </p:blipFill>
        <p:spPr>
          <a:xfrm>
            <a:off x="474133" y="475488"/>
            <a:ext cx="11243734" cy="5909733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1E940EE1-5A83-FAC5-09E5-08969055AE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4" y="2099733"/>
            <a:ext cx="8827245" cy="2677648"/>
          </a:xfrm>
        </p:spPr>
        <p:txBody>
          <a:bodyPr>
            <a:normAutofit/>
          </a:bodyPr>
          <a:lstStyle/>
          <a:p>
            <a:pPr algn="ctr"/>
            <a:r>
              <a:rPr lang="pl-PL" b="1" dirty="0"/>
              <a:t>Facade design </a:t>
            </a:r>
            <a:r>
              <a:rPr lang="pl-PL" b="1" dirty="0" err="1"/>
              <a:t>pattern</a:t>
            </a:r>
            <a:endParaRPr lang="pl-PL" b="1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C0BA280-4D53-E112-F982-DD4FF0733A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4" y="4777380"/>
            <a:ext cx="8827245" cy="861420"/>
          </a:xfrm>
        </p:spPr>
        <p:txBody>
          <a:bodyPr>
            <a:normAutofit/>
          </a:bodyPr>
          <a:lstStyle/>
          <a:p>
            <a:endParaRPr lang="pl-PL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0F7E59-C971-4F55-8E3A-1E583B65F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46276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6F3BB78-EBA9-673C-2F6E-0276CB3CB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b="1" dirty="0"/>
              <a:t>Opis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BAC56DB-627D-A826-2AB7-B05F9F3FD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pl-PL" sz="3200" b="1" dirty="0"/>
              <a:t>Facade</a:t>
            </a:r>
            <a:r>
              <a:rPr lang="pl-PL" sz="3200" dirty="0"/>
              <a:t> zapewnia ujednolicony interfejs dla zestawu interfejsów w podsystemie. Wzorzec ten definiuje interfejs wyższego systemu, który ułatwia korzystanie z podsystemu. Obiekt facade powinien być dość prostym orędownikiem lub facylitatorem. Nie powinien stać się wszechwiedzącą wyrocznią ani obiektem „boga”.</a:t>
            </a:r>
          </a:p>
        </p:txBody>
      </p:sp>
    </p:spTree>
    <p:extLst>
      <p:ext uri="{BB962C8B-B14F-4D97-AF65-F5344CB8AC3E}">
        <p14:creationId xmlns:p14="http://schemas.microsoft.com/office/powerpoint/2010/main" val="3560346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0A88A74-B869-9307-1ADD-92966C6CA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b="1" dirty="0"/>
              <a:t>Struktura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966BDD0-709A-3591-4443-BF59542574F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8227" y="2496494"/>
            <a:ext cx="5775546" cy="413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1507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3C07980-7B9A-8939-6B93-9C983915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b="1" dirty="0"/>
              <a:t>Przykład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F3C29EB-5C3F-0067-399E-4F995FFE6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5605769" cy="3416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2400" dirty="0"/>
              <a:t>Konsumenci napotykają </a:t>
            </a:r>
            <a:r>
              <a:rPr lang="pl-PL" sz="2400" b="1" dirty="0"/>
              <a:t>facade</a:t>
            </a:r>
            <a:r>
              <a:rPr lang="pl-PL" sz="2400" dirty="0"/>
              <a:t> podczas składania zamówienia z katalogu. Konsument dzwoni pod jeden numer i rozmawia z przedstawicielem obsługi klienta. Przedstawiciel obsługi klienta działa jako </a:t>
            </a:r>
            <a:r>
              <a:rPr lang="pl-PL" sz="2400" b="1" dirty="0"/>
              <a:t>facade</a:t>
            </a:r>
            <a:r>
              <a:rPr lang="pl-PL" sz="2400" dirty="0"/>
              <a:t>, zapewniając interfejs do działu realizacji zamówień, działu rozliczeń i działu wysyłki.</a:t>
            </a:r>
          </a:p>
        </p:txBody>
      </p:sp>
      <p:pic>
        <p:nvPicPr>
          <p:cNvPr id="2050" name="Picture 2" descr="Facade example">
            <a:extLst>
              <a:ext uri="{FF2B5EF4-FFF2-40B4-BE49-F238E27FC236}">
                <a16:creationId xmlns:a16="http://schemas.microsoft.com/office/drawing/2014/main" id="{7346A5AC-C795-551A-D465-1004A44D77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2246" y="3001962"/>
            <a:ext cx="4114800" cy="261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3083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6503EB0F-2257-4A3E-A73B-E1DE769B4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7012B2A-0D78-433A-8C68-8889D3DCD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119D0202-ED3F-47CC-90E9-4E963BCDAB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670D6F2B-93AF-47D6-9378-5E54BE0AC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 descr="Żarówka na żółtym tle z naszkicowanymi promieniami światła i przewodem">
            <a:extLst>
              <a:ext uri="{FF2B5EF4-FFF2-40B4-BE49-F238E27FC236}">
                <a16:creationId xmlns:a16="http://schemas.microsoft.com/office/drawing/2014/main" id="{14677D06-6561-D988-E63A-616205DED33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1944" r="-1" b="11100"/>
          <a:stretch/>
        </p:blipFill>
        <p:spPr>
          <a:xfrm>
            <a:off x="1" y="-5"/>
            <a:ext cx="12191695" cy="5020241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</p:spPr>
      </p:pic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36F3EEA-55D4-4677-80E7-92D00B8F3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5">
            <a:extLst>
              <a:ext uri="{FF2B5EF4-FFF2-40B4-BE49-F238E27FC236}">
                <a16:creationId xmlns:a16="http://schemas.microsoft.com/office/drawing/2014/main" id="{C91E93A7-6C7F-4F77-9CB0-280D958EF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8C660A1-1A0D-8815-4116-6FB495523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199" y="4854346"/>
            <a:ext cx="10407602" cy="86802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3400" b="1" dirty="0" err="1">
                <a:solidFill>
                  <a:srgbClr val="EBEBEB"/>
                </a:solidFill>
              </a:rPr>
              <a:t>Propozycja</a:t>
            </a:r>
            <a:r>
              <a:rPr lang="en-US" sz="3400" b="1" dirty="0">
                <a:solidFill>
                  <a:srgbClr val="EBEBEB"/>
                </a:solidFill>
              </a:rPr>
              <a:t> </a:t>
            </a:r>
            <a:r>
              <a:rPr lang="en-US" sz="3400" b="1" dirty="0" err="1">
                <a:solidFill>
                  <a:srgbClr val="EBEBEB"/>
                </a:solidFill>
              </a:rPr>
              <a:t>wykorzystania</a:t>
            </a:r>
            <a:r>
              <a:rPr lang="en-US" sz="3400" b="1" dirty="0">
                <a:solidFill>
                  <a:srgbClr val="EBEBEB"/>
                </a:solidFill>
              </a:rPr>
              <a:t> </a:t>
            </a:r>
            <a:r>
              <a:rPr lang="en-US" sz="3400" b="1" dirty="0" err="1">
                <a:solidFill>
                  <a:srgbClr val="EBEBEB"/>
                </a:solidFill>
              </a:rPr>
              <a:t>wzorca</a:t>
            </a:r>
            <a:r>
              <a:rPr lang="en-US" sz="3400" b="1" dirty="0">
                <a:solidFill>
                  <a:srgbClr val="EBEBEB"/>
                </a:solidFill>
              </a:rPr>
              <a:t> w </a:t>
            </a:r>
            <a:r>
              <a:rPr lang="en-US" sz="3400" b="1" dirty="0" err="1">
                <a:solidFill>
                  <a:srgbClr val="EBEBEB"/>
                </a:solidFill>
              </a:rPr>
              <a:t>projekcie</a:t>
            </a:r>
            <a:endParaRPr lang="en-US" sz="3400" b="1" dirty="0">
              <a:solidFill>
                <a:srgbClr val="EBEBEB"/>
              </a:solidFill>
            </a:endParaRPr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E4F17063-EDA4-417B-946F-BA357F3B3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42856" y="3785499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2">
              <a:alpha val="4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2513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4091D54B-59AB-4A5E-8E9E-0421BD66D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547CE62E-FFFD-4A1F-BA78-C3B89C36F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AE51FD27-6B6A-4D21-BF22-245DA9BD0B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B8144315-1C5A-4185-A952-25D98D303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7" name="Freeform 5">
            <a:extLst>
              <a:ext uri="{FF2B5EF4-FFF2-40B4-BE49-F238E27FC236}">
                <a16:creationId xmlns:a16="http://schemas.microsoft.com/office/drawing/2014/main" id="{11CAC6F2-0806-417B-BF5D-5AEF6195F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4723B02-0AAB-4F6E-BA41-8ED99D559D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4" name="Symbol zastępczy zawartości 13">
            <a:extLst>
              <a:ext uri="{FF2B5EF4-FFF2-40B4-BE49-F238E27FC236}">
                <a16:creationId xmlns:a16="http://schemas.microsoft.com/office/drawing/2014/main" id="{07A17C93-A0EE-FFBF-1C85-B3C0DB777C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5936" y="549278"/>
            <a:ext cx="6760127" cy="5759444"/>
          </a:xfrm>
        </p:spPr>
      </p:pic>
    </p:spTree>
    <p:extLst>
      <p:ext uri="{BB962C8B-B14F-4D97-AF65-F5344CB8AC3E}">
        <p14:creationId xmlns:p14="http://schemas.microsoft.com/office/powerpoint/2010/main" val="5169514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E4D634B-0C8F-3FA5-1E05-3FA0A1A12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b="1" dirty="0"/>
              <a:t>Opis zastosowania w projekcie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C9E2D0F-D4B5-54FA-7642-1FB2071BF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603500"/>
            <a:ext cx="4214714" cy="34163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l-PL" sz="2500" dirty="0"/>
              <a:t>W tym przypadku </a:t>
            </a:r>
            <a:r>
              <a:rPr lang="pl-PL" sz="2500" b="1" dirty="0"/>
              <a:t>interfejs</a:t>
            </a:r>
            <a:r>
              <a:rPr lang="pl-PL" sz="2500" dirty="0"/>
              <a:t> działa jako facade. Klient korzystając z jednego interfejsu, może nadać, odebrać, zareklamować oraz wyświetlić informacje na temat paczki. 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8ECB8B3E-AF9B-53B3-A8BC-285AEBCE0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2350446"/>
            <a:ext cx="5081082" cy="4328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4261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Jon (sala konferencyjna)">
  <a:themeElements>
    <a:clrScheme name="Jon (sala konferencyjna)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Jon (sala konferencyjna)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Jon (sala konferencyjna)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247</TotalTime>
  <Words>128</Words>
  <Application>Microsoft Office PowerPoint</Application>
  <PresentationFormat>Panoramiczny</PresentationFormat>
  <Paragraphs>10</Paragraphs>
  <Slides>7</Slides>
  <Notes>1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7</vt:i4>
      </vt:variant>
    </vt:vector>
  </HeadingPairs>
  <TitlesOfParts>
    <vt:vector size="12" baseType="lpstr">
      <vt:lpstr>Arial</vt:lpstr>
      <vt:lpstr>Calibri</vt:lpstr>
      <vt:lpstr>Century Gothic</vt:lpstr>
      <vt:lpstr>Wingdings 3</vt:lpstr>
      <vt:lpstr>Jon (sala konferencyjna)</vt:lpstr>
      <vt:lpstr>Facade design pattern</vt:lpstr>
      <vt:lpstr>Opis</vt:lpstr>
      <vt:lpstr>Struktura</vt:lpstr>
      <vt:lpstr>Przykład</vt:lpstr>
      <vt:lpstr>Propozycja wykorzystania wzorca w projekcie</vt:lpstr>
      <vt:lpstr>Prezentacja programu PowerPoint</vt:lpstr>
      <vt:lpstr>Opis zastosowania w projekcie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Facade design pattern</dc:title>
  <dc:creator>Michał Załocha</dc:creator>
  <cp:lastModifiedBy>Michał Załocha</cp:lastModifiedBy>
  <cp:revision>8</cp:revision>
  <dcterms:created xsi:type="dcterms:W3CDTF">2022-12-25T00:06:43Z</dcterms:created>
  <dcterms:modified xsi:type="dcterms:W3CDTF">2023-01-09T14:58:20Z</dcterms:modified>
</cp:coreProperties>
</file>